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  <p:sldMasterId id="2147483681" r:id="rId2"/>
  </p:sldMasterIdLst>
  <p:notesMasterIdLst>
    <p:notesMasterId r:id="rId30"/>
  </p:notesMasterIdLst>
  <p:sldIdLst>
    <p:sldId id="305" r:id="rId3"/>
    <p:sldId id="314" r:id="rId4"/>
    <p:sldId id="318" r:id="rId5"/>
    <p:sldId id="316" r:id="rId6"/>
    <p:sldId id="320" r:id="rId7"/>
    <p:sldId id="321" r:id="rId8"/>
    <p:sldId id="322" r:id="rId9"/>
    <p:sldId id="326" r:id="rId10"/>
    <p:sldId id="327" r:id="rId11"/>
    <p:sldId id="332" r:id="rId12"/>
    <p:sldId id="328" r:id="rId13"/>
    <p:sldId id="323" r:id="rId14"/>
    <p:sldId id="324" r:id="rId15"/>
    <p:sldId id="329" r:id="rId16"/>
    <p:sldId id="330" r:id="rId17"/>
    <p:sldId id="331" r:id="rId18"/>
    <p:sldId id="319" r:id="rId19"/>
    <p:sldId id="317" r:id="rId20"/>
    <p:sldId id="315" r:id="rId21"/>
    <p:sldId id="308" r:id="rId22"/>
    <p:sldId id="307" r:id="rId23"/>
    <p:sldId id="312" r:id="rId24"/>
    <p:sldId id="309" r:id="rId25"/>
    <p:sldId id="311" r:id="rId26"/>
    <p:sldId id="310" r:id="rId27"/>
    <p:sldId id="313" r:id="rId28"/>
    <p:sldId id="303" r:id="rId29"/>
  </p:sldIdLst>
  <p:sldSz cx="9144000" cy="5143500" type="screen16x9"/>
  <p:notesSz cx="6858000" cy="9144000"/>
  <p:embeddedFontLst>
    <p:embeddedFont>
      <p:font typeface="Barlow Semi Condensed" panose="00000506000000000000" pitchFamily="2" charset="0"/>
      <p:regular r:id="rId31"/>
      <p:bold r:id="rId32"/>
      <p:italic r:id="rId33"/>
      <p:boldItalic r:id="rId34"/>
    </p:embeddedFont>
    <p:embeddedFont>
      <p:font typeface="Barlow Semi Condensed Medium" panose="00000606000000000000" pitchFamily="2" charset="0"/>
      <p:regular r:id="rId35"/>
      <p:bold r:id="rId36"/>
      <p:italic r:id="rId37"/>
      <p:boldItalic r:id="rId38"/>
    </p:embeddedFont>
    <p:embeddedFont>
      <p:font typeface="Exo 2 Extra Light" panose="00000300000000000000" pitchFamily="2" charset="0"/>
      <p:italic r:id="rId39"/>
    </p:embeddedFont>
    <p:embeddedFont>
      <p:font typeface="Fjalla One" panose="02000506040000020004" pitchFamily="2" charset="0"/>
      <p:regular r:id="rId40"/>
    </p:embeddedFont>
    <p:embeddedFont>
      <p:font typeface="Franklin Gothic Demi Cond" panose="020B0706030402020204" pitchFamily="34" charset="0"/>
      <p:regular r:id="rId41"/>
    </p:embeddedFont>
    <p:embeddedFont>
      <p:font typeface="Proxima Nova" panose="020B0600070205080204" charset="0"/>
      <p:regular r:id="rId42"/>
      <p:bold r:id="rId43"/>
      <p:italic r:id="rId44"/>
      <p:boldItalic r:id="rId45"/>
    </p:embeddedFont>
    <p:embeddedFont>
      <p:font typeface="Proxima Nova Semibold" panose="020B0600070205080204" charset="0"/>
      <p:regular r:id="rId46"/>
      <p:bold r:id="rId47"/>
      <p:boldItalic r:id="rId48"/>
    </p:embeddedFont>
    <p:embeddedFont>
      <p:font typeface="Roboto Condensed Light" panose="02000000000000000000" pitchFamily="2" charset="0"/>
      <p:regular r:id="rId49"/>
      <p: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3534B98-8943-4C9E-92EA-79CCDB0A2F73}">
  <a:tblStyle styleId="{33534B98-8943-4C9E-92EA-79CCDB0A2F7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14" y="10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9.fntdata"/><Relationship Id="rId21" Type="http://schemas.openxmlformats.org/officeDocument/2006/relationships/slide" Target="slides/slide19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font" Target="fonts/font17.fntdata"/><Relationship Id="rId50" Type="http://schemas.openxmlformats.org/officeDocument/2006/relationships/font" Target="fonts/font20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font" Target="fonts/font15.fntdata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font" Target="fonts/font18.fntdata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font" Target="fonts/font16.fntdata"/><Relationship Id="rId20" Type="http://schemas.openxmlformats.org/officeDocument/2006/relationships/slide" Target="slides/slide18.xml"/><Relationship Id="rId41" Type="http://schemas.openxmlformats.org/officeDocument/2006/relationships/font" Target="fonts/font11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6.fntdata"/><Relationship Id="rId49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6" name="Google Shape;15336;g86fa6133bc_4_20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37" name="Google Shape;15337;g86fa6133bc_4_20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 txBox="1">
            <a:spLocks noGrp="1"/>
          </p:cNvSpPr>
          <p:nvPr>
            <p:ph type="subTitle" idx="1"/>
          </p:nvPr>
        </p:nvSpPr>
        <p:spPr>
          <a:xfrm>
            <a:off x="2167128" y="3054096"/>
            <a:ext cx="4809600" cy="11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grpSp>
        <p:nvGrpSpPr>
          <p:cNvPr id="111" name="Google Shape;111;p4"/>
          <p:cNvGrpSpPr/>
          <p:nvPr/>
        </p:nvGrpSpPr>
        <p:grpSpPr>
          <a:xfrm>
            <a:off x="4484494" y="4433000"/>
            <a:ext cx="175013" cy="27000"/>
            <a:chOff x="5662375" y="212375"/>
            <a:chExt cx="175013" cy="27000"/>
          </a:xfrm>
        </p:grpSpPr>
        <p:sp>
          <p:nvSpPr>
            <p:cNvPr id="112" name="Google Shape;112;p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" name="Google Shape;115;p4"/>
          <p:cNvSpPr txBox="1">
            <a:spLocks noGrp="1"/>
          </p:cNvSpPr>
          <p:nvPr>
            <p:ph type="title"/>
          </p:nvPr>
        </p:nvSpPr>
        <p:spPr>
          <a:xfrm>
            <a:off x="2167128" y="2478024"/>
            <a:ext cx="48096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16" name="Google Shape;116;p4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17" name="Google Shape;117;p4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" name="Google Shape;118;p4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19" name="Google Shape;119;p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5" name="Google Shape;125;p4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26" name="Google Shape;126;p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" name="Google Shape;130;p4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31" name="Google Shape;131;p4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4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4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4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35" name="Google Shape;135;p4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36" name="Google Shape;136;p4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37" name="Google Shape;137;p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" name="Google Shape;143;p4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" name="Google Shape;144;p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" name="Google Shape;148;p4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9" name="Google Shape;149;p4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4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3" name="Google Shape;153;p4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54" name="Google Shape;154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7" name="Google Shape;157;p4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58" name="Google Shape;158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Google Shape;159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160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" name="Google Shape;161;p4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62" name="Google Shape;162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5" name="Google Shape;165;p4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66" name="Google Shape;166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69" name="Google Shape;169;p4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0" name="Google Shape;170;p4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" name="Google Shape;171;p4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4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4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4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"/>
          <p:cNvSpPr txBox="1">
            <a:spLocks noGrp="1"/>
          </p:cNvSpPr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5"/>
          <p:cNvSpPr txBox="1">
            <a:spLocks noGrp="1"/>
          </p:cNvSpPr>
          <p:nvPr>
            <p:ph type="subTitle" idx="1"/>
          </p:nvPr>
        </p:nvSpPr>
        <p:spPr>
          <a:xfrm>
            <a:off x="4956048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8" name="Google Shape;178;p5"/>
          <p:cNvSpPr txBox="1">
            <a:spLocks noGrp="1"/>
          </p:cNvSpPr>
          <p:nvPr>
            <p:ph type="subTitle" idx="2"/>
          </p:nvPr>
        </p:nvSpPr>
        <p:spPr>
          <a:xfrm>
            <a:off x="2093976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9" name="Google Shape;179;p5"/>
          <p:cNvSpPr txBox="1">
            <a:spLocks noGrp="1"/>
          </p:cNvSpPr>
          <p:nvPr>
            <p:ph type="subTitle" idx="3"/>
          </p:nvPr>
        </p:nvSpPr>
        <p:spPr>
          <a:xfrm>
            <a:off x="4956048" y="2221992"/>
            <a:ext cx="2084700" cy="2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5"/>
          <p:cNvSpPr txBox="1">
            <a:spLocks noGrp="1"/>
          </p:cNvSpPr>
          <p:nvPr>
            <p:ph type="subTitle" idx="4"/>
          </p:nvPr>
        </p:nvSpPr>
        <p:spPr>
          <a:xfrm>
            <a:off x="2093976" y="2203704"/>
            <a:ext cx="20847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5"/>
          <p:cNvSpPr txBox="1">
            <a:spLocks noGrp="1"/>
          </p:cNvSpPr>
          <p:nvPr>
            <p:ph type="title" idx="5" hasCustomPrompt="1"/>
          </p:nvPr>
        </p:nvSpPr>
        <p:spPr>
          <a:xfrm>
            <a:off x="2779776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2" name="Google Shape;182;p5"/>
          <p:cNvSpPr txBox="1">
            <a:spLocks noGrp="1"/>
          </p:cNvSpPr>
          <p:nvPr>
            <p:ph type="title" idx="6" hasCustomPrompt="1"/>
          </p:nvPr>
        </p:nvSpPr>
        <p:spPr>
          <a:xfrm>
            <a:off x="5641848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183" name="Google Shape;183;p5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84" name="Google Shape;184;p5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85" name="Google Shape;185;p5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86" name="Google Shape;186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" name="Google Shape;192;p5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93" name="Google Shape;193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7" name="Google Shape;197;p5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98" name="Google Shape;198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02" name="Google Shape;202;p5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03" name="Google Shape;203;p5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204" name="Google Shape;204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0" name="Google Shape;210;p5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211" name="Google Shape;211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5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216" name="Google Shape;216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0" name="Google Shape;220;p5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221" name="Google Shape;221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4" name="Google Shape;224;p5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225" name="Google Shape;225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5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229" name="Google Shape;229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2" name="Google Shape;232;p5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233" name="Google Shape;233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36" name="Google Shape;236;p5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7" name="Google Shape;237;p5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38" name="Google Shape;238;p5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5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5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5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7" name="Google Shape;367;p8"/>
          <p:cNvGrpSpPr/>
          <p:nvPr/>
        </p:nvGrpSpPr>
        <p:grpSpPr>
          <a:xfrm>
            <a:off x="1349626" y="598417"/>
            <a:ext cx="6453730" cy="3631136"/>
            <a:chOff x="365750" y="1285025"/>
            <a:chExt cx="6934275" cy="3315500"/>
          </a:xfrm>
        </p:grpSpPr>
        <p:sp>
          <p:nvSpPr>
            <p:cNvPr id="368" name="Google Shape;368;p8"/>
            <p:cNvSpPr/>
            <p:nvPr/>
          </p:nvSpPr>
          <p:spPr>
            <a:xfrm>
              <a:off x="365750" y="1285025"/>
              <a:ext cx="6934275" cy="3315500"/>
            </a:xfrm>
            <a:custGeom>
              <a:avLst/>
              <a:gdLst/>
              <a:ahLst/>
              <a:cxnLst/>
              <a:rect l="l" t="t" r="r" b="b"/>
              <a:pathLst>
                <a:path w="277371" h="132620" extrusionOk="0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8"/>
            <p:cNvSpPr/>
            <p:nvPr/>
          </p:nvSpPr>
          <p:spPr>
            <a:xfrm>
              <a:off x="417100" y="1285575"/>
              <a:ext cx="6842700" cy="3314500"/>
            </a:xfrm>
            <a:custGeom>
              <a:avLst/>
              <a:gdLst/>
              <a:ahLst/>
              <a:cxnLst/>
              <a:rect l="l" t="t" r="r" b="b"/>
              <a:pathLst>
                <a:path w="273708" h="132580" extrusionOk="0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0" name="Google Shape;370;p8"/>
          <p:cNvSpPr txBox="1">
            <a:spLocks noGrp="1"/>
          </p:cNvSpPr>
          <p:nvPr>
            <p:ph type="title"/>
          </p:nvPr>
        </p:nvSpPr>
        <p:spPr>
          <a:xfrm>
            <a:off x="2624328" y="1620753"/>
            <a:ext cx="3904500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371" name="Google Shape;371;p8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372" name="Google Shape;372;p8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3" name="Google Shape;373;p8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4" name="Google Shape;374;p8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5" name="Google Shape;375;p8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376" name="Google Shape;376;p8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377" name="Google Shape;377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3" name="Google Shape;383;p8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384" name="Google Shape;384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8" name="Google Shape;388;p8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389" name="Google Shape;389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3" name="Google Shape;393;p8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394" name="Google Shape;394;p8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8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8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8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8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8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0" name="Google Shape;400;p8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401" name="Google Shape;40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404" name="Google Shape;404;p8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5" name="Google Shape;405;p8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6" name="Google Shape;406;p8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07" name="Google Shape;407;p8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408" name="Google Shape;408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4" name="Google Shape;414;p8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415" name="Google Shape;415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9" name="Google Shape;419;p8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420" name="Google Shape;420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4" name="Google Shape;424;p8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8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8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0" name="Google Shape;430;p8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431" name="Google Shape;43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34" name="Google Shape;434;p8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435" name="Google Shape;435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9"/>
          <p:cNvSpPr txBox="1">
            <a:spLocks noGrp="1"/>
          </p:cNvSpPr>
          <p:nvPr>
            <p:ph type="title"/>
          </p:nvPr>
        </p:nvSpPr>
        <p:spPr>
          <a:xfrm>
            <a:off x="896112" y="2039112"/>
            <a:ext cx="3566100" cy="13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0" name="Google Shape;440;p9"/>
          <p:cNvSpPr txBox="1">
            <a:spLocks noGrp="1"/>
          </p:cNvSpPr>
          <p:nvPr>
            <p:ph type="body" idx="1"/>
          </p:nvPr>
        </p:nvSpPr>
        <p:spPr>
          <a:xfrm>
            <a:off x="4899150" y="821850"/>
            <a:ext cx="3096000" cy="3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441" name="Google Shape;441;p9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442;p9"/>
          <p:cNvCxnSpPr/>
          <p:nvPr/>
        </p:nvCxnSpPr>
        <p:spPr>
          <a:xfrm rot="10800000" flipH="1">
            <a:off x="803050" y="529675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3" name="Google Shape;443;p9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44" name="Google Shape;444;p9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445" name="Google Shape;445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9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452" name="Google Shape;452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6" name="Google Shape;456;p9"/>
          <p:cNvSpPr/>
          <p:nvPr/>
        </p:nvSpPr>
        <p:spPr>
          <a:xfrm flipH="1">
            <a:off x="3166281" y="497632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9"/>
          <p:cNvSpPr/>
          <p:nvPr/>
        </p:nvSpPr>
        <p:spPr>
          <a:xfrm flipH="1">
            <a:off x="3164039" y="495100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9"/>
          <p:cNvSpPr/>
          <p:nvPr/>
        </p:nvSpPr>
        <p:spPr>
          <a:xfrm flipH="1">
            <a:off x="3202780" y="534134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9"/>
          <p:cNvSpPr/>
          <p:nvPr/>
        </p:nvSpPr>
        <p:spPr>
          <a:xfrm flipH="1">
            <a:off x="3200525" y="531602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9"/>
          <p:cNvSpPr/>
          <p:nvPr/>
        </p:nvSpPr>
        <p:spPr>
          <a:xfrm flipH="1">
            <a:off x="3242641" y="573709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9"/>
          <p:cNvSpPr/>
          <p:nvPr/>
        </p:nvSpPr>
        <p:spPr>
          <a:xfrm flipH="1">
            <a:off x="3240109" y="571467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2" name="Google Shape;462;p9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463" name="Google Shape;463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9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467" name="Google Shape;467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" name="Google Shape;470;p9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471" name="Google Shape;471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74" name="Google Shape;474;p9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9"/>
          <p:cNvCxnSpPr/>
          <p:nvPr/>
        </p:nvCxnSpPr>
        <p:spPr>
          <a:xfrm rot="10800000" flipH="1">
            <a:off x="0" y="42204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76" name="Google Shape;476;p9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477" name="Google Shape;477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9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484" name="Google Shape;484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8" name="Google Shape;488;p9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489" name="Google Shape;489;p9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9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9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9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9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494" name="Google Shape;494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9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498" name="Google Shape;498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10"/>
          <p:cNvSpPr txBox="1">
            <a:spLocks noGrp="1"/>
          </p:cNvSpPr>
          <p:nvPr>
            <p:ph type="body" idx="1"/>
          </p:nvPr>
        </p:nvSpPr>
        <p:spPr>
          <a:xfrm>
            <a:off x="1122050" y="1947672"/>
            <a:ext cx="27888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arlow Semi Condensed"/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</a:lstStyle>
          <a:p>
            <a:endParaRPr/>
          </a:p>
        </p:txBody>
      </p:sp>
      <p:sp>
        <p:nvSpPr>
          <p:cNvPr id="503" name="Google Shape;503;p10"/>
          <p:cNvSpPr txBox="1">
            <a:spLocks noGrp="1"/>
          </p:cNvSpPr>
          <p:nvPr>
            <p:ph type="title"/>
          </p:nvPr>
        </p:nvSpPr>
        <p:spPr>
          <a:xfrm>
            <a:off x="2100600" y="347472"/>
            <a:ext cx="4947000" cy="58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04" name="Google Shape;504;p10"/>
          <p:cNvCxnSpPr/>
          <p:nvPr/>
        </p:nvCxnSpPr>
        <p:spPr>
          <a:xfrm>
            <a:off x="590450" y="4340600"/>
            <a:ext cx="1212900" cy="42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5" name="Google Shape;505;p10"/>
          <p:cNvCxnSpPr/>
          <p:nvPr/>
        </p:nvCxnSpPr>
        <p:spPr>
          <a:xfrm rot="10800000" flipH="1">
            <a:off x="7975" y="4332600"/>
            <a:ext cx="582600" cy="654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06" name="Google Shape;506;p10"/>
          <p:cNvGrpSpPr/>
          <p:nvPr/>
        </p:nvGrpSpPr>
        <p:grpSpPr>
          <a:xfrm flipH="1">
            <a:off x="431725" y="4183775"/>
            <a:ext cx="292025" cy="292575"/>
            <a:chOff x="7353050" y="316275"/>
            <a:chExt cx="292025" cy="292575"/>
          </a:xfrm>
        </p:grpSpPr>
        <p:sp>
          <p:nvSpPr>
            <p:cNvPr id="507" name="Google Shape;507;p10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10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10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10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1" name="Google Shape;511;p10"/>
          <p:cNvGrpSpPr/>
          <p:nvPr/>
        </p:nvGrpSpPr>
        <p:grpSpPr>
          <a:xfrm>
            <a:off x="1646714" y="4616575"/>
            <a:ext cx="293111" cy="293388"/>
            <a:chOff x="3164039" y="430875"/>
            <a:chExt cx="293111" cy="293388"/>
          </a:xfrm>
        </p:grpSpPr>
        <p:sp>
          <p:nvSpPr>
            <p:cNvPr id="512" name="Google Shape;512;p10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0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0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10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10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0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518" name="Google Shape;518;p10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9" name="Google Shape;519;p10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20" name="Google Shape;520;p10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521" name="Google Shape;521;p10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10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10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10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10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10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7" name="Google Shape;527;p10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528" name="Google Shape;528;p10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10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10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10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" name="Google Shape;532;p10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533" name="Google Shape;533;p10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10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10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0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7" name="Google Shape;537;p10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538" name="Google Shape;538;p1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1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1" name="Google Shape;541;p10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542" name="Google Shape;542;p1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1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1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CUSTOM_10"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18"/>
          <p:cNvSpPr txBox="1">
            <a:spLocks noGrp="1"/>
          </p:cNvSpPr>
          <p:nvPr>
            <p:ph type="title"/>
          </p:nvPr>
        </p:nvSpPr>
        <p:spPr>
          <a:xfrm>
            <a:off x="1271016" y="338328"/>
            <a:ext cx="66111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42" name="Google Shape;842;p18"/>
          <p:cNvSpPr txBox="1">
            <a:spLocks noGrp="1"/>
          </p:cNvSpPr>
          <p:nvPr>
            <p:ph type="subTitle" idx="1"/>
          </p:nvPr>
        </p:nvSpPr>
        <p:spPr>
          <a:xfrm>
            <a:off x="4690875" y="1491351"/>
            <a:ext cx="3557100" cy="26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843" name="Google Shape;843;p18"/>
          <p:cNvCxnSpPr/>
          <p:nvPr/>
        </p:nvCxnSpPr>
        <p:spPr>
          <a:xfrm rot="10800000">
            <a:off x="8109000" y="501275"/>
            <a:ext cx="737700" cy="737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4" name="Google Shape;844;p18"/>
          <p:cNvCxnSpPr/>
          <p:nvPr/>
        </p:nvCxnSpPr>
        <p:spPr>
          <a:xfrm>
            <a:off x="582475" y="282188"/>
            <a:ext cx="1212900" cy="42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5" name="Google Shape;845;p18"/>
          <p:cNvCxnSpPr/>
          <p:nvPr/>
        </p:nvCxnSpPr>
        <p:spPr>
          <a:xfrm rot="10800000" flipH="1">
            <a:off x="0" y="274188"/>
            <a:ext cx="582600" cy="654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46" name="Google Shape;846;p18"/>
          <p:cNvGrpSpPr/>
          <p:nvPr/>
        </p:nvGrpSpPr>
        <p:grpSpPr>
          <a:xfrm flipH="1">
            <a:off x="423750" y="125363"/>
            <a:ext cx="292025" cy="292575"/>
            <a:chOff x="7353050" y="316275"/>
            <a:chExt cx="292025" cy="292575"/>
          </a:xfrm>
        </p:grpSpPr>
        <p:sp>
          <p:nvSpPr>
            <p:cNvPr id="847" name="Google Shape;847;p18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18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18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18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1" name="Google Shape;851;p18"/>
          <p:cNvGrpSpPr/>
          <p:nvPr/>
        </p:nvGrpSpPr>
        <p:grpSpPr>
          <a:xfrm>
            <a:off x="1638739" y="558163"/>
            <a:ext cx="293111" cy="293388"/>
            <a:chOff x="3164039" y="430875"/>
            <a:chExt cx="293111" cy="293388"/>
          </a:xfrm>
        </p:grpSpPr>
        <p:sp>
          <p:nvSpPr>
            <p:cNvPr id="852" name="Google Shape;852;p18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18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18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18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18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18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" name="Google Shape;858;p18"/>
          <p:cNvGrpSpPr/>
          <p:nvPr/>
        </p:nvGrpSpPr>
        <p:grpSpPr>
          <a:xfrm>
            <a:off x="1591750" y="362600"/>
            <a:ext cx="175013" cy="27000"/>
            <a:chOff x="5662375" y="212375"/>
            <a:chExt cx="175013" cy="27000"/>
          </a:xfrm>
        </p:grpSpPr>
        <p:sp>
          <p:nvSpPr>
            <p:cNvPr id="859" name="Google Shape;859;p1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1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1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62" name="Google Shape;862;p18"/>
          <p:cNvCxnSpPr/>
          <p:nvPr/>
        </p:nvCxnSpPr>
        <p:spPr>
          <a:xfrm flipH="1">
            <a:off x="8151325" y="6875"/>
            <a:ext cx="1002600" cy="494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63" name="Google Shape;863;p18"/>
          <p:cNvGrpSpPr/>
          <p:nvPr/>
        </p:nvGrpSpPr>
        <p:grpSpPr>
          <a:xfrm>
            <a:off x="7823875" y="202375"/>
            <a:ext cx="581800" cy="582350"/>
            <a:chOff x="8064275" y="887850"/>
            <a:chExt cx="581800" cy="582350"/>
          </a:xfrm>
        </p:grpSpPr>
        <p:sp>
          <p:nvSpPr>
            <p:cNvPr id="864" name="Google Shape;864;p18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18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18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18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18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18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0" name="Google Shape;870;p18"/>
          <p:cNvGrpSpPr/>
          <p:nvPr/>
        </p:nvGrpSpPr>
        <p:grpSpPr>
          <a:xfrm flipH="1">
            <a:off x="8698650" y="1117488"/>
            <a:ext cx="292025" cy="292575"/>
            <a:chOff x="7353050" y="316275"/>
            <a:chExt cx="292025" cy="292575"/>
          </a:xfrm>
        </p:grpSpPr>
        <p:sp>
          <p:nvSpPr>
            <p:cNvPr id="871" name="Google Shape;871;p18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18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18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18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18"/>
          <p:cNvGrpSpPr/>
          <p:nvPr/>
        </p:nvGrpSpPr>
        <p:grpSpPr>
          <a:xfrm>
            <a:off x="8678350" y="1581800"/>
            <a:ext cx="175013" cy="27000"/>
            <a:chOff x="5662375" y="212375"/>
            <a:chExt cx="175013" cy="27000"/>
          </a:xfrm>
        </p:grpSpPr>
        <p:sp>
          <p:nvSpPr>
            <p:cNvPr id="876" name="Google Shape;876;p1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1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1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79" name="Google Shape;879;p18"/>
          <p:cNvCxnSpPr/>
          <p:nvPr/>
        </p:nvCxnSpPr>
        <p:spPr>
          <a:xfrm flipH="1">
            <a:off x="5101704" y="4513075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0" name="Google Shape;880;p18"/>
          <p:cNvCxnSpPr/>
          <p:nvPr/>
        </p:nvCxnSpPr>
        <p:spPr>
          <a:xfrm rot="10800000">
            <a:off x="6234804" y="4492325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1" name="Google Shape;881;p18"/>
          <p:cNvCxnSpPr/>
          <p:nvPr/>
        </p:nvCxnSpPr>
        <p:spPr>
          <a:xfrm flipH="1">
            <a:off x="7547529" y="4408000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2" name="Google Shape;882;p18"/>
          <p:cNvCxnSpPr/>
          <p:nvPr/>
        </p:nvCxnSpPr>
        <p:spPr>
          <a:xfrm flipH="1">
            <a:off x="8872054" y="399355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83" name="Google Shape;883;p18"/>
          <p:cNvGrpSpPr/>
          <p:nvPr/>
        </p:nvGrpSpPr>
        <p:grpSpPr>
          <a:xfrm>
            <a:off x="7278954" y="4513075"/>
            <a:ext cx="581800" cy="582350"/>
            <a:chOff x="8064275" y="887850"/>
            <a:chExt cx="581800" cy="582350"/>
          </a:xfrm>
        </p:grpSpPr>
        <p:sp>
          <p:nvSpPr>
            <p:cNvPr id="884" name="Google Shape;884;p18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18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18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18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18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18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0" name="Google Shape;890;p18"/>
          <p:cNvGrpSpPr/>
          <p:nvPr/>
        </p:nvGrpSpPr>
        <p:grpSpPr>
          <a:xfrm>
            <a:off x="6099454" y="4340463"/>
            <a:ext cx="292025" cy="292575"/>
            <a:chOff x="7353050" y="316275"/>
            <a:chExt cx="292025" cy="292575"/>
          </a:xfrm>
        </p:grpSpPr>
        <p:sp>
          <p:nvSpPr>
            <p:cNvPr id="891" name="Google Shape;891;p18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18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18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18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5" name="Google Shape;895;p18"/>
          <p:cNvGrpSpPr/>
          <p:nvPr/>
        </p:nvGrpSpPr>
        <p:grpSpPr>
          <a:xfrm>
            <a:off x="8792779" y="4315025"/>
            <a:ext cx="175000" cy="175000"/>
            <a:chOff x="8792300" y="321275"/>
            <a:chExt cx="175000" cy="175000"/>
          </a:xfrm>
        </p:grpSpPr>
        <p:sp>
          <p:nvSpPr>
            <p:cNvPr id="896" name="Google Shape;896;p18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18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18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18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0" name="Google Shape;900;p18"/>
          <p:cNvGrpSpPr/>
          <p:nvPr/>
        </p:nvGrpSpPr>
        <p:grpSpPr>
          <a:xfrm flipH="1">
            <a:off x="4972779" y="4657550"/>
            <a:ext cx="293111" cy="293388"/>
            <a:chOff x="3164039" y="430875"/>
            <a:chExt cx="293111" cy="293388"/>
          </a:xfrm>
        </p:grpSpPr>
        <p:sp>
          <p:nvSpPr>
            <p:cNvPr id="901" name="Google Shape;901;p18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18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18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18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18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18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7" name="Google Shape;907;p18"/>
          <p:cNvGrpSpPr/>
          <p:nvPr/>
        </p:nvGrpSpPr>
        <p:grpSpPr>
          <a:xfrm>
            <a:off x="8721804" y="4142425"/>
            <a:ext cx="175013" cy="27000"/>
            <a:chOff x="5662375" y="212375"/>
            <a:chExt cx="175013" cy="27000"/>
          </a:xfrm>
        </p:grpSpPr>
        <p:sp>
          <p:nvSpPr>
            <p:cNvPr id="908" name="Google Shape;908;p1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1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1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1"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23"/>
          <p:cNvSpPr txBox="1">
            <a:spLocks noGrp="1"/>
          </p:cNvSpPr>
          <p:nvPr>
            <p:ph type="title"/>
          </p:nvPr>
        </p:nvSpPr>
        <p:spPr>
          <a:xfrm>
            <a:off x="2532888" y="338328"/>
            <a:ext cx="40875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41" name="Google Shape;1141;p23"/>
          <p:cNvSpPr txBox="1">
            <a:spLocks noGrp="1"/>
          </p:cNvSpPr>
          <p:nvPr>
            <p:ph type="body" idx="1"/>
          </p:nvPr>
        </p:nvSpPr>
        <p:spPr>
          <a:xfrm>
            <a:off x="714650" y="1152150"/>
            <a:ext cx="7705500" cy="352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Barlow Semi Condensed Medium"/>
              <a:buAutoNum type="arabicPeriod"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1142" name="Google Shape;1142;p23"/>
          <p:cNvCxnSpPr/>
          <p:nvPr/>
        </p:nvCxnSpPr>
        <p:spPr>
          <a:xfrm rot="10800000">
            <a:off x="303000" y="3359375"/>
            <a:ext cx="151800" cy="957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3" name="Google Shape;1143;p23"/>
          <p:cNvCxnSpPr/>
          <p:nvPr/>
        </p:nvCxnSpPr>
        <p:spPr>
          <a:xfrm rot="10800000" flipH="1">
            <a:off x="0" y="4332550"/>
            <a:ext cx="446700" cy="6639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144" name="Google Shape;1144;p23"/>
          <p:cNvGrpSpPr/>
          <p:nvPr/>
        </p:nvGrpSpPr>
        <p:grpSpPr>
          <a:xfrm flipH="1">
            <a:off x="300738" y="4167800"/>
            <a:ext cx="292025" cy="292575"/>
            <a:chOff x="7353050" y="316275"/>
            <a:chExt cx="292025" cy="292575"/>
          </a:xfrm>
        </p:grpSpPr>
        <p:sp>
          <p:nvSpPr>
            <p:cNvPr id="1145" name="Google Shape;1145;p23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23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23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23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9" name="Google Shape;1149;p23"/>
          <p:cNvGrpSpPr/>
          <p:nvPr/>
        </p:nvGrpSpPr>
        <p:grpSpPr>
          <a:xfrm>
            <a:off x="148789" y="3224300"/>
            <a:ext cx="293111" cy="293388"/>
            <a:chOff x="3164039" y="430875"/>
            <a:chExt cx="293111" cy="293388"/>
          </a:xfrm>
        </p:grpSpPr>
        <p:sp>
          <p:nvSpPr>
            <p:cNvPr id="1150" name="Google Shape;1150;p23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23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23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23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23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23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156" name="Google Shape;1156;p23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7" name="Google Shape;1157;p23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158" name="Google Shape;1158;p23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1159" name="Google Shape;1159;p23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23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23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23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23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23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5" name="Google Shape;1165;p23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1166" name="Google Shape;1166;p23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3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23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23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0" name="Google Shape;1170;p23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1171" name="Google Shape;1171;p23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23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23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23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5" name="Google Shape;1175;p23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1176" name="Google Shape;1176;p23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23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23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9" name="Google Shape;1179;p23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1180" name="Google Shape;1180;p23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23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23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8"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7" name="Google Shape;1327;p27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8" name="Google Shape;1328;p27"/>
          <p:cNvCxnSpPr/>
          <p:nvPr/>
        </p:nvCxnSpPr>
        <p:spPr>
          <a:xfrm rot="-5400000" flipH="1">
            <a:off x="7181408" y="2082400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9" name="Google Shape;1329;p27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0" name="Google Shape;1330;p27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31" name="Google Shape;1331;p27"/>
          <p:cNvGrpSpPr/>
          <p:nvPr/>
        </p:nvGrpSpPr>
        <p:grpSpPr>
          <a:xfrm rot="5400000" flipH="1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1332" name="Google Shape;1332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8" name="Google Shape;1338;p27"/>
          <p:cNvGrpSpPr/>
          <p:nvPr/>
        </p:nvGrpSpPr>
        <p:grpSpPr>
          <a:xfrm rot="5400000" flipH="1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1339" name="Google Shape;1339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" name="Google Shape;1343;p27"/>
          <p:cNvGrpSpPr/>
          <p:nvPr/>
        </p:nvGrpSpPr>
        <p:grpSpPr>
          <a:xfrm rot="5400000" flipH="1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1344" name="Google Shape;1344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" name="Google Shape;1348;p27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1349" name="Google Shape;1349;p27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27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7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7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7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7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" name="Google Shape;1355;p27"/>
          <p:cNvGrpSpPr/>
          <p:nvPr/>
        </p:nvGrpSpPr>
        <p:grpSpPr>
          <a:xfrm rot="5400000" flipH="1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1356" name="Google Shape;135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359" name="Google Shape;1359;p27"/>
          <p:cNvCxnSpPr/>
          <p:nvPr/>
        </p:nvCxnSpPr>
        <p:spPr>
          <a:xfrm rot="5400000" flipH="1">
            <a:off x="740850" y="25983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0" name="Google Shape;1360;p27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1" name="Google Shape;1361;p27"/>
          <p:cNvCxnSpPr/>
          <p:nvPr/>
        </p:nvCxnSpPr>
        <p:spPr>
          <a:xfrm rot="5400000" flipH="1">
            <a:off x="1105775" y="415125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62" name="Google Shape;1362;p27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1363" name="Google Shape;1363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9" name="Google Shape;1369;p27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1370" name="Google Shape;1370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4" name="Google Shape;1374;p27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1375" name="Google Shape;1375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9" name="Google Shape;1379;p27"/>
          <p:cNvSpPr/>
          <p:nvPr/>
        </p:nvSpPr>
        <p:spPr>
          <a:xfrm rot="5400000">
            <a:off x="1377117" y="1688743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0" name="Google Shape;1380;p27"/>
          <p:cNvSpPr/>
          <p:nvPr/>
        </p:nvSpPr>
        <p:spPr>
          <a:xfrm rot="5400000">
            <a:off x="1374876" y="1686211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1" name="Google Shape;1381;p27"/>
          <p:cNvSpPr/>
          <p:nvPr/>
        </p:nvSpPr>
        <p:spPr>
          <a:xfrm rot="5400000">
            <a:off x="1413610" y="172523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2" name="Google Shape;1382;p27"/>
          <p:cNvSpPr/>
          <p:nvPr/>
        </p:nvSpPr>
        <p:spPr>
          <a:xfrm rot="5400000">
            <a:off x="1411362" y="1722714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27"/>
          <p:cNvSpPr/>
          <p:nvPr/>
        </p:nvSpPr>
        <p:spPr>
          <a:xfrm rot="5400000">
            <a:off x="1453339" y="1764682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4" name="Google Shape;1384;p27"/>
          <p:cNvSpPr/>
          <p:nvPr/>
        </p:nvSpPr>
        <p:spPr>
          <a:xfrm rot="5400000">
            <a:off x="1450946" y="1762579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85" name="Google Shape;1385;p27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1386" name="Google Shape;138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" name="Google Shape;1389;p27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1390" name="Google Shape;1390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3" name="Google Shape;1393;p27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1394" name="Google Shape;1394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9"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8" name="Google Shape;1398;p28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399" name="Google Shape;1399;p28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0" name="Google Shape;1400;p28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01" name="Google Shape;1401;p28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402" name="Google Shape;1402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Google Shape;1403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Google Shape;1404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Google Shape;1405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06" name="Google Shape;1406;p28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407" name="Google Shape;1407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Google Shape;1408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Google Shape;1409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Google Shape;1410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11" name="Google Shape;1411;p28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412" name="Google Shape;1412;p2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Google Shape;1413;p2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Google Shape;1414;p2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Google Shape;1415;p2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Google Shape;1416;p2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Google Shape;1417;p2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20"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9" name="Google Shape;1419;p29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420" name="Google Shape;1420;p29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21" name="Google Shape;1421;p29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422" name="Google Shape;1422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Google Shape;1424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28" name="Google Shape;1428;p29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429" name="Google Shape;1429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3" name="Google Shape;1433;p29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434" name="Google Shape;1434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38" name="Google Shape;1438;p29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9" name="Google Shape;1439;p29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440" name="Google Shape;1440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Google Shape;1443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6" name="Google Shape;1446;p29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7" name="Google Shape;1447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1" name="Google Shape;1451;p29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52" name="Google Shape;1452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6" name="Google Shape;1456;p29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457" name="Google Shape;1457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0" name="Google Shape;1460;p29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461" name="Google Shape;1461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29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465" name="Google Shape;1465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8" name="Google Shape;1468;p29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469" name="Google Shape;1469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72" name="Google Shape;1472;p29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29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74" name="Google Shape;1474;p29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9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9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29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CUSTOM_21"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9" name="Google Shape;1479;p30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1480" name="Google Shape;1480;p30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1" name="Google Shape;1481;p30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30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30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84" name="Google Shape;1484;p30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1485" name="Google Shape;1485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1" name="Google Shape;1491;p30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1492" name="Google Shape;1492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6" name="Google Shape;1496;p30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1497" name="Google Shape;1497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Google Shape;1498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1" name="Google Shape;1501;p30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1502" name="Google Shape;1502;p30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0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0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0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0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0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0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1509" name="Google Shape;150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12" name="Google Shape;1512;p30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3" name="Google Shape;1513;p30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4" name="Google Shape;1514;p30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515" name="Google Shape;1515;p30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1516" name="Google Shape;1516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2" name="Google Shape;1522;p30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1523" name="Google Shape;1523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7" name="Google Shape;1527;p30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1528" name="Google Shape;1528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2" name="Google Shape;1532;p30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30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30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30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30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30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8" name="Google Shape;1538;p30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1539" name="Google Shape;153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2" name="Google Shape;1542;p30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1543" name="Google Shape;1543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6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4" r:id="rId3"/>
    <p:sldLayoutId id="2147483655" r:id="rId4"/>
    <p:sldLayoutId id="2147483656" r:id="rId5"/>
    <p:sldLayoutId id="2147483658" r:id="rId6"/>
    <p:sldLayoutId id="2147483664" r:id="rId7"/>
    <p:sldLayoutId id="2147483669" r:id="rId8"/>
    <p:sldLayoutId id="2147483673" r:id="rId9"/>
    <p:sldLayoutId id="2147483674" r:id="rId10"/>
    <p:sldLayoutId id="2147483675" r:id="rId11"/>
    <p:sldLayoutId id="2147483676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1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Google Shape;1683;p33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684" name="Google Shape;1684;p33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lcím 1">
            <a:extLst>
              <a:ext uri="{FF2B5EF4-FFF2-40B4-BE49-F238E27FC236}">
                <a16:creationId xmlns:a16="http://schemas.microsoft.com/office/drawing/2014/main" id="{B9CBA870-F71D-4745-A96C-08139D8824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hu-HU" sz="2800" dirty="0">
                <a:solidFill>
                  <a:schemeClr val="accent1"/>
                </a:solidFill>
              </a:rPr>
              <a:t>Készítette: Szűcs Dániel és Tóth Balázs</a:t>
            </a:r>
            <a:endParaRPr lang="en-GB" sz="2800" dirty="0">
              <a:solidFill>
                <a:schemeClr val="accent1"/>
              </a:solidFill>
            </a:endParaRPr>
          </a:p>
          <a:p>
            <a:endParaRPr lang="en-GB" dirty="0"/>
          </a:p>
        </p:txBody>
      </p:sp>
      <p:sp>
        <p:nvSpPr>
          <p:cNvPr id="3" name="Cím 2">
            <a:extLst>
              <a:ext uri="{FF2B5EF4-FFF2-40B4-BE49-F238E27FC236}">
                <a16:creationId xmlns:a16="http://schemas.microsoft.com/office/drawing/2014/main" id="{CF2CD5EF-39D5-446E-9A15-40F63B1C3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128" y="2089404"/>
            <a:ext cx="4809600" cy="964620"/>
          </a:xfrm>
        </p:spPr>
        <p:txBody>
          <a:bodyPr/>
          <a:lstStyle/>
          <a:p>
            <a:r>
              <a:rPr lang="hu-HU" sz="5200" dirty="0"/>
              <a:t>Finom Falatok</a:t>
            </a:r>
            <a:endParaRPr lang="en-GB" sz="52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3ED7727-C8ED-4A7F-8F96-8DE537C91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769" y="92898"/>
            <a:ext cx="1562318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8252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>
            <a:extLst>
              <a:ext uri="{FF2B5EF4-FFF2-40B4-BE49-F238E27FC236}">
                <a16:creationId xmlns:a16="http://schemas.microsoft.com/office/drawing/2014/main" id="{CF2CD5EF-39D5-446E-9A15-40F63B1C3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128" y="2453966"/>
            <a:ext cx="4809600" cy="964620"/>
          </a:xfrm>
        </p:spPr>
        <p:txBody>
          <a:bodyPr/>
          <a:lstStyle/>
          <a:p>
            <a:r>
              <a:rPr lang="hu-HU" sz="5200" dirty="0">
                <a:latin typeface="Exo 2 Extra Light" panose="00000300000000000000" pitchFamily="2" charset="0"/>
              </a:rPr>
              <a:t>TÓTH BALÁZS</a:t>
            </a:r>
            <a:endParaRPr lang="en-GB" sz="5200" dirty="0">
              <a:latin typeface="Exo 2 Extra Light" panose="00000300000000000000" pitchFamily="2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3ED7727-C8ED-4A7F-8F96-8DE537C91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769" y="92898"/>
            <a:ext cx="1562318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56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Megoldandó probléma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224106" y="1350872"/>
            <a:ext cx="2695787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Reklám mentes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Felhasználó barát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Letisztult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4284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Munka felosztása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224106" y="1364029"/>
            <a:ext cx="2695787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 err="1"/>
              <a:t>Trello</a:t>
            </a:r>
            <a:endParaRPr lang="hu-HU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Logó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Adatbázis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Log rendszer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Menük automatizálása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Bejelentkezés/Regisztráció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Képek elmentése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Recept feltöltés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Rólunk oldal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Gyerekmenü oldal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Profil oldal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 err="1"/>
              <a:t>Admin</a:t>
            </a:r>
            <a:r>
              <a:rPr lang="hu-HU" dirty="0"/>
              <a:t> oldal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4071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latin typeface="Franklin Gothic Demi Cond" panose="020B0706030402020204" pitchFamily="34" charset="0"/>
              </a:rPr>
              <a:t>Trello</a:t>
            </a:r>
            <a:r>
              <a:rPr lang="hu-HU" dirty="0">
                <a:latin typeface="Franklin Gothic Demi Cond" panose="020B0706030402020204" pitchFamily="34" charset="0"/>
              </a:rPr>
              <a:t>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5EE88F4-1EEA-49C8-B621-5F5E30A72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380" y="1194261"/>
            <a:ext cx="6815240" cy="2518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454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Adatbázis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401884" y="1186412"/>
            <a:ext cx="3170116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 err="1"/>
              <a:t>MySQL</a:t>
            </a:r>
            <a:r>
              <a:rPr lang="hu-HU" dirty="0"/>
              <a:t> (XAMMP)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15 tábla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Összetett/Kevés redundancia</a:t>
            </a:r>
            <a:endParaRPr lang="en-GB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4BD3244-4FC0-4026-9336-9A8B621F7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141" y="910667"/>
            <a:ext cx="4841718" cy="389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695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Log rendszer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119013" y="1112488"/>
            <a:ext cx="2695787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Eseményindítók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Hiba keresés</a:t>
            </a:r>
            <a:endParaRPr lang="en-GB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D84D0EC-AF44-474C-8E28-FF10945F4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125" y="1171774"/>
            <a:ext cx="4131246" cy="279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16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Menük automatizálása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283474" y="1179833"/>
            <a:ext cx="2426753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Események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Könnyen használható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Programnyelv független</a:t>
            </a:r>
            <a:endParaRPr lang="en-GB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D59BC45-63A8-49A6-A0D9-A57664195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346" y="979693"/>
            <a:ext cx="4552264" cy="3825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89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Bejelentkezés/Regisztráció</a:t>
            </a:r>
            <a:br>
              <a:rPr lang="hu-HU" dirty="0">
                <a:latin typeface="Franklin Gothic Demi Cond" panose="020B0706030402020204" pitchFamily="34" charset="0"/>
              </a:rPr>
            </a:br>
            <a:r>
              <a:rPr lang="hu-HU" dirty="0">
                <a:latin typeface="Franklin Gothic Demi Cond" panose="020B0706030402020204" pitchFamily="34" charset="0"/>
              </a:rPr>
              <a:t>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FCF4B85-6CCA-4EBD-BE91-20C874374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142" y="1330731"/>
            <a:ext cx="4841716" cy="167947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694BA1BE-1D91-4749-8515-8EE6CDD49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142" y="3010201"/>
            <a:ext cx="4841716" cy="208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131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Bejelentkezés/Regisztráció</a:t>
            </a:r>
            <a:br>
              <a:rPr lang="hu-HU" dirty="0">
                <a:latin typeface="Franklin Gothic Demi Cond" panose="020B0706030402020204" pitchFamily="34" charset="0"/>
              </a:rPr>
            </a:br>
            <a:r>
              <a:rPr lang="hu-HU" dirty="0">
                <a:latin typeface="Franklin Gothic Demi Cond" panose="020B0706030402020204" pitchFamily="34" charset="0"/>
              </a:rPr>
              <a:t>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EAE39EA-1844-4320-AA6A-7DE9B0CE1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14" y="1245864"/>
            <a:ext cx="4657520" cy="389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615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Képek elmentése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8C6CD6D-6C0D-402F-83D7-FA6C54336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590" y="1155780"/>
            <a:ext cx="5528742" cy="141597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9588FFE-905D-45F3-8573-001A78F5D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72" y="2903750"/>
            <a:ext cx="6749456" cy="1083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1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Recept feltöltés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792798" y="1112488"/>
            <a:ext cx="1558403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Egyszerű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Bolondbiztos</a:t>
            </a:r>
          </a:p>
        </p:txBody>
      </p:sp>
    </p:spTree>
    <p:extLst>
      <p:ext uri="{BB962C8B-B14F-4D97-AF65-F5344CB8AC3E}">
        <p14:creationId xmlns:p14="http://schemas.microsoft.com/office/powerpoint/2010/main" val="2392610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Rólunk oldal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006597" y="1112488"/>
            <a:ext cx="1130806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Célunk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853428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Gyerekmenü oldal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835558" y="1112488"/>
            <a:ext cx="1472884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Letisztult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Egyértelmű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87263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Profil oldal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602024" y="1179834"/>
            <a:ext cx="1939952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Alapinformációk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Szemelyre szabás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4230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latin typeface="Franklin Gothic Demi Cond" panose="020B0706030402020204" pitchFamily="34" charset="0"/>
              </a:rPr>
              <a:t>Admin</a:t>
            </a:r>
            <a:r>
              <a:rPr lang="hu-HU" dirty="0">
                <a:latin typeface="Franklin Gothic Demi Cond" panose="020B0706030402020204" pitchFamily="34" charset="0"/>
              </a:rPr>
              <a:t> oldal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391515" y="1344294"/>
            <a:ext cx="2360969" cy="2918523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Könnyű használni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Gyors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Megbízható weboldal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6336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4B2E47-25E0-489B-A2F9-D28588F5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Tesztek – Tóth Balázs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EA148E1D-3D47-4C99-93F8-4244B1602A0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071203" y="1422816"/>
            <a:ext cx="2843784" cy="1362600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r>
              <a:rPr lang="hu-HU" dirty="0"/>
              <a:t> teszt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Főbb funkciók tesztelése</a:t>
            </a:r>
            <a:endParaRPr lang="en-GB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67F1659-DB71-4DE2-99B6-5EF44AFA91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H="1" flipV="1">
            <a:off x="1071203" y="4188072"/>
            <a:ext cx="5518374" cy="74072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B8C29EF-16A5-4965-94D7-466B3A1C8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202" y="2688898"/>
            <a:ext cx="6065300" cy="113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607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Fejlesztési lehetőségek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224106" y="1528487"/>
            <a:ext cx="2695787" cy="2086525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Összetettebb menük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Jelenlegi adatok bővítése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Jelszó elfelejtés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Kommentekre reagálás/Törlése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Szűrés értékelések alapján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Megbízható felöltök jelölése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Receptek törlése </a:t>
            </a:r>
            <a:r>
              <a:rPr lang="hu-HU" dirty="0" err="1"/>
              <a:t>utolag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4872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>
            <a:extLst>
              <a:ext uri="{FF2B5EF4-FFF2-40B4-BE49-F238E27FC236}">
                <a16:creationId xmlns:a16="http://schemas.microsoft.com/office/drawing/2014/main" id="{CF2CD5EF-39D5-446E-9A15-40F63B1C3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128" y="2453966"/>
            <a:ext cx="4809600" cy="964620"/>
          </a:xfrm>
        </p:spPr>
        <p:txBody>
          <a:bodyPr/>
          <a:lstStyle/>
          <a:p>
            <a:r>
              <a:rPr lang="hu-HU" sz="5200" dirty="0">
                <a:latin typeface="Exo 2 Extra Light" panose="00000300000000000000" pitchFamily="2" charset="0"/>
              </a:rPr>
              <a:t>SZŰCS DÁNIEL</a:t>
            </a:r>
            <a:endParaRPr lang="en-GB" sz="5200" dirty="0">
              <a:latin typeface="Exo 2 Extra Light" panose="00000300000000000000" pitchFamily="2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3ED7727-C8ED-4A7F-8F96-8DE537C91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769" y="92898"/>
            <a:ext cx="1562318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109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F93CB8-BCDD-4F12-974D-2E209662E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Frontend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5A52C4B-E85E-4862-84D7-99A9F367B6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4900" y="1576695"/>
            <a:ext cx="3557100" cy="116650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HTML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Bootstrap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Javascript</a:t>
            </a:r>
            <a:endParaRPr lang="en-GB" dirty="0"/>
          </a:p>
        </p:txBody>
      </p:sp>
      <p:pic>
        <p:nvPicPr>
          <p:cNvPr id="1026" name="Picture 2" descr="Html logo Icons, Logos, Symbols – Free Download PNG, SVG">
            <a:extLst>
              <a:ext uri="{FF2B5EF4-FFF2-40B4-BE49-F238E27FC236}">
                <a16:creationId xmlns:a16="http://schemas.microsoft.com/office/drawing/2014/main" id="{DAE4C6E4-4D63-43D9-8F7F-F3CA0FDFA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8768" y="3355071"/>
            <a:ext cx="1755648" cy="1755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981DE2C-77D4-4EE7-B51C-33BF0C687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1076" y="3156204"/>
            <a:ext cx="1987296" cy="1987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avascript logo png, javascript icon transparent png 27127463 PNG">
            <a:extLst>
              <a:ext uri="{FF2B5EF4-FFF2-40B4-BE49-F238E27FC236}">
                <a16:creationId xmlns:a16="http://schemas.microsoft.com/office/drawing/2014/main" id="{E79FFF4F-D6D7-4783-B2C0-7A6BF56F7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6724" y="3239247"/>
            <a:ext cx="1987296" cy="1987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8D3FF07-2A02-47CB-8A49-5FCB4D2591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5668" y="1576695"/>
            <a:ext cx="1810003" cy="12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7649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638A07-BB07-4A7C-ABE2-08A56075C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0427" y="338328"/>
            <a:ext cx="4899961" cy="576000"/>
          </a:xfrm>
        </p:spPr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Program funkciói – Szűcs Dániel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AAEF980-61D7-4674-ACA2-8C3A9C7EB5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sz="1600" dirty="0"/>
              <a:t>Receptek böngészése, szűrése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1600" dirty="0"/>
              <a:t>Receptek értékelése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1600" dirty="0"/>
              <a:t>Recepthez hozzászólás írása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1600" dirty="0"/>
              <a:t>Hozzávalók hozzáadása és törlése a bevásárló listához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1600" dirty="0"/>
              <a:t>Kedvenc recept hozzáadása és törlése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1600" dirty="0"/>
              <a:t>Heti menü oldal böngészése</a:t>
            </a:r>
          </a:p>
        </p:txBody>
      </p:sp>
    </p:spTree>
    <p:extLst>
      <p:ext uri="{BB962C8B-B14F-4D97-AF65-F5344CB8AC3E}">
        <p14:creationId xmlns:p14="http://schemas.microsoft.com/office/powerpoint/2010/main" val="1698281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DC38B-3925-4FA0-A952-9B7E51B6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Munka felosztása –Szűcs Dániel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B6BE2FFC-6943-401B-A3BD-CF2023793B2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224106" y="1528487"/>
            <a:ext cx="2695787" cy="2086525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Főoldal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Receptek oldal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Heti menü oldal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Kedvencek oldal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Részletes receptek oldal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Recept feltöltés kinézete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Bejelentkezés kinézete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5083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1D5219-D163-42D3-9BEC-7AACEEC85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latin typeface="Franklin Gothic Demi Cond" panose="020B0706030402020204" pitchFamily="34" charset="0"/>
              </a:rPr>
              <a:t>Reszponzivitás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58D8B70-9700-4D9E-B9B3-E296ED8366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8160" y="1113593"/>
            <a:ext cx="6088054" cy="205632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sz="1600" dirty="0"/>
              <a:t>Minden oldal optimalizálva van mobilokra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1600" dirty="0" err="1"/>
              <a:t>Bootstrap</a:t>
            </a:r>
            <a:r>
              <a:rPr lang="hu-HU" sz="1600" dirty="0"/>
              <a:t> </a:t>
            </a:r>
            <a:r>
              <a:rPr lang="hu-HU" sz="1600" dirty="0" err="1"/>
              <a:t>grid</a:t>
            </a:r>
            <a:r>
              <a:rPr lang="hu-HU" sz="1600" dirty="0"/>
              <a:t> </a:t>
            </a:r>
            <a:r>
              <a:rPr lang="hu-HU" sz="1600" dirty="0" err="1"/>
              <a:t>system</a:t>
            </a:r>
            <a:endParaRPr lang="en-GB" sz="1600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0AE8D9A-A1B9-4455-BD80-DBE06D70B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095" y="2916314"/>
            <a:ext cx="4462481" cy="222718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97310674-B47D-4A67-9B74-6B809A9C56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7269" y="2916314"/>
            <a:ext cx="1826731" cy="2227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865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4B2E47-25E0-489B-A2F9-D28588F5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Tesztek – Szűcs Dániel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EA148E1D-3D47-4C99-93F8-4244B1602A0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071203" y="1422816"/>
            <a:ext cx="2843784" cy="1362600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r>
              <a:rPr lang="hu-HU" dirty="0"/>
              <a:t> </a:t>
            </a:r>
            <a:r>
              <a:rPr lang="hu-HU" dirty="0" err="1"/>
              <a:t>mocha</a:t>
            </a:r>
            <a:r>
              <a:rPr lang="hu-HU" dirty="0"/>
              <a:t> teszt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dirty="0"/>
              <a:t>Főbb funkciók tesztelése</a:t>
            </a:r>
            <a:endParaRPr lang="en-GB" dirty="0"/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3AC09566-FC93-4567-ACBE-552A346D5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499" y="1792446"/>
            <a:ext cx="3640021" cy="1931201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51C5071D-28EA-4496-97B8-6D1D16EF7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6603" y="3758084"/>
            <a:ext cx="2058170" cy="1385416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F9F46431-1D1C-47A9-A06B-314F4584CF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2429" y="3908301"/>
            <a:ext cx="2922140" cy="101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761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989377C6-E5E0-4C78-9240-9676F58841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2050" y="1510453"/>
            <a:ext cx="2788800" cy="1799819"/>
          </a:xfrm>
        </p:spPr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hu-HU" dirty="0"/>
              <a:t>GitHub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hu-HU" dirty="0" err="1"/>
              <a:t>Trello</a:t>
            </a:r>
            <a:endParaRPr lang="hu-HU" dirty="0"/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hu-HU" dirty="0" err="1"/>
              <a:t>Excalidraw</a:t>
            </a:r>
            <a:endParaRPr lang="hu-HU" dirty="0"/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hu-HU" dirty="0"/>
              <a:t>Google dokumentumok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hu-HU" dirty="0"/>
              <a:t>Visual </a:t>
            </a:r>
            <a:r>
              <a:rPr lang="hu-HU" dirty="0" err="1"/>
              <a:t>Studio</a:t>
            </a:r>
            <a:r>
              <a:rPr lang="hu-HU" dirty="0"/>
              <a:t> </a:t>
            </a:r>
            <a:r>
              <a:rPr lang="hu-HU" dirty="0" err="1"/>
              <a:t>Code</a:t>
            </a:r>
            <a:endParaRPr lang="hu-HU" dirty="0"/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hu-HU" dirty="0"/>
              <a:t>XAMPP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3" name="Cím 2">
            <a:extLst>
              <a:ext uri="{FF2B5EF4-FFF2-40B4-BE49-F238E27FC236}">
                <a16:creationId xmlns:a16="http://schemas.microsoft.com/office/drawing/2014/main" id="{A16F1941-3BD8-4BCA-8839-AB513CE4F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Franklin Gothic Demi Cond" panose="020B0706030402020204" pitchFamily="34" charset="0"/>
              </a:rPr>
              <a:t>Csapatmunka eszközök</a:t>
            </a:r>
            <a:endParaRPr lang="en-GB" dirty="0">
              <a:latin typeface="Franklin Gothic Demi Cond" panose="020B0706030402020204" pitchFamily="34" charset="0"/>
            </a:endParaRPr>
          </a:p>
        </p:txBody>
      </p:sp>
      <p:pic>
        <p:nvPicPr>
          <p:cNvPr id="2050" name="Picture 2" descr="Github Logo Dave Gandy Fill icon | Freepik">
            <a:extLst>
              <a:ext uri="{FF2B5EF4-FFF2-40B4-BE49-F238E27FC236}">
                <a16:creationId xmlns:a16="http://schemas.microsoft.com/office/drawing/2014/main" id="{B2A3B6DF-DD9C-48BE-AA12-7E3A2C667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2266" y="1042035"/>
            <a:ext cx="1108708" cy="1108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F7A25E4-08AE-410F-B91D-53E6E4326D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7600" y="1510453"/>
            <a:ext cx="1465580" cy="1465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Excalidraw Reviews 2025: Details, Pricing, &amp; Features | G2">
            <a:extLst>
              <a:ext uri="{FF2B5EF4-FFF2-40B4-BE49-F238E27FC236}">
                <a16:creationId xmlns:a16="http://schemas.microsoft.com/office/drawing/2014/main" id="{E9020C6A-B1A4-4234-BCD1-BE8DCE976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4767" y="2434167"/>
            <a:ext cx="1502833" cy="788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Google docs Special Flat icon | Freepik">
            <a:extLst>
              <a:ext uri="{FF2B5EF4-FFF2-40B4-BE49-F238E27FC236}">
                <a16:creationId xmlns:a16="http://schemas.microsoft.com/office/drawing/2014/main" id="{941B894D-0602-4C9B-A7D5-BC500AB6D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3609" y="2926519"/>
            <a:ext cx="939377" cy="939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Visual studio code Icons, Logos, Symbols – Free Download PNG, SVG">
            <a:extLst>
              <a:ext uri="{FF2B5EF4-FFF2-40B4-BE49-F238E27FC236}">
                <a16:creationId xmlns:a16="http://schemas.microsoft.com/office/drawing/2014/main" id="{7BB51D26-B108-442B-B6FD-133262437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1136" y="3391762"/>
            <a:ext cx="948267" cy="948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Xampp icon - Free download on Iconfinder">
            <a:extLst>
              <a:ext uri="{FF2B5EF4-FFF2-40B4-BE49-F238E27FC236}">
                <a16:creationId xmlns:a16="http://schemas.microsoft.com/office/drawing/2014/main" id="{9DDC1128-93EC-497F-91E1-CD2C8B08E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7600" y="4033398"/>
            <a:ext cx="1082495" cy="1082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5438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EB3904-207E-461D-A2C6-0C954FE0C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67" y="1620753"/>
            <a:ext cx="5520265" cy="1902000"/>
          </a:xfrm>
        </p:spPr>
        <p:txBody>
          <a:bodyPr/>
          <a:lstStyle/>
          <a:p>
            <a:r>
              <a:rPr lang="hu-HU" sz="6000" dirty="0"/>
              <a:t>Köszönjük a figyelmet!</a:t>
            </a:r>
            <a:endParaRPr lang="en-GB" sz="6000" dirty="0"/>
          </a:p>
        </p:txBody>
      </p:sp>
    </p:spTree>
    <p:extLst>
      <p:ext uri="{BB962C8B-B14F-4D97-AF65-F5344CB8AC3E}">
        <p14:creationId xmlns:p14="http://schemas.microsoft.com/office/powerpoint/2010/main" val="3889486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5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39" name="Google Shape;15339;p82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1063" y="2123075"/>
            <a:ext cx="2241874" cy="89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260</Words>
  <Application>Microsoft Office PowerPoint</Application>
  <PresentationFormat>Diavetítés a képernyőre (16:9 oldalarány)</PresentationFormat>
  <Paragraphs>95</Paragraphs>
  <Slides>27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9</vt:i4>
      </vt:variant>
      <vt:variant>
        <vt:lpstr>Téma</vt:lpstr>
      </vt:variant>
      <vt:variant>
        <vt:i4>2</vt:i4>
      </vt:variant>
      <vt:variant>
        <vt:lpstr>Diacímek</vt:lpstr>
      </vt:variant>
      <vt:variant>
        <vt:i4>27</vt:i4>
      </vt:variant>
    </vt:vector>
  </HeadingPairs>
  <TitlesOfParts>
    <vt:vector size="38" baseType="lpstr">
      <vt:lpstr>Proxima Nova</vt:lpstr>
      <vt:lpstr>Barlow Semi Condensed</vt:lpstr>
      <vt:lpstr>Arial</vt:lpstr>
      <vt:lpstr>Barlow Semi Condensed Medium</vt:lpstr>
      <vt:lpstr>Exo 2 Extra Light</vt:lpstr>
      <vt:lpstr>Proxima Nova Semibold</vt:lpstr>
      <vt:lpstr>Fjalla One</vt:lpstr>
      <vt:lpstr>Franklin Gothic Demi Cond</vt:lpstr>
      <vt:lpstr>Roboto Condensed Light</vt:lpstr>
      <vt:lpstr>Technology Consulting by Slidesgo</vt:lpstr>
      <vt:lpstr>Slidesgo Final Pages</vt:lpstr>
      <vt:lpstr>Finom Falatok</vt:lpstr>
      <vt:lpstr>TÓTH BALÁZS</vt:lpstr>
      <vt:lpstr>Megoldandó probléma</vt:lpstr>
      <vt:lpstr>Munka felosztása – Tóth Balázs</vt:lpstr>
      <vt:lpstr>Trello – Tóth Balázs</vt:lpstr>
      <vt:lpstr>Adatbázis – Tóth Balázs</vt:lpstr>
      <vt:lpstr>Log rendszer – Tóth Balázs</vt:lpstr>
      <vt:lpstr>Menük automatizálása – Tóth Balázs</vt:lpstr>
      <vt:lpstr>Bejelentkezés/Regisztráció – Tóth Balázs</vt:lpstr>
      <vt:lpstr>Bejelentkezés/Regisztráció – Tóth Balázs</vt:lpstr>
      <vt:lpstr>Képek elmentése – Tóth Balázs</vt:lpstr>
      <vt:lpstr>Recept feltöltés – Tóth Balázs</vt:lpstr>
      <vt:lpstr>Rólunk oldal – Tóth Balázs</vt:lpstr>
      <vt:lpstr>Gyerekmenü oldal – Tóth Balázs</vt:lpstr>
      <vt:lpstr>Profil oldal – Tóth Balázs</vt:lpstr>
      <vt:lpstr>Admin oldal – Tóth Balázs</vt:lpstr>
      <vt:lpstr>Tesztek – Tóth Balázs</vt:lpstr>
      <vt:lpstr>Fejlesztési lehetőségek</vt:lpstr>
      <vt:lpstr>SZŰCS DÁNIEL</vt:lpstr>
      <vt:lpstr>Frontend</vt:lpstr>
      <vt:lpstr>Program funkciói – Szűcs Dániel</vt:lpstr>
      <vt:lpstr>Munka felosztása –Szűcs Dániel</vt:lpstr>
      <vt:lpstr>Reszponzivitás</vt:lpstr>
      <vt:lpstr>Tesztek – Szűcs Dániel</vt:lpstr>
      <vt:lpstr>Csapatmunka eszközök</vt:lpstr>
      <vt:lpstr>Köszönjük a figyelmet!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Technology Consulting</dc:title>
  <dc:creator>Szűcs Dániel</dc:creator>
  <cp:lastModifiedBy>Balázs Tóth</cp:lastModifiedBy>
  <cp:revision>26</cp:revision>
  <dcterms:modified xsi:type="dcterms:W3CDTF">2025-05-26T10:37:03Z</dcterms:modified>
</cp:coreProperties>
</file>